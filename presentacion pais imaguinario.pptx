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Os presento mi país imaginario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smtClean="0"/>
              <a:t>Sergio Fernández Rial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47493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1º parte HTML</a:t>
            </a:r>
            <a:endParaRPr lang="es-E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3075" y="2557463"/>
            <a:ext cx="3885850" cy="3317875"/>
          </a:xfrm>
        </p:spPr>
      </p:pic>
    </p:spTree>
    <p:extLst>
      <p:ext uri="{BB962C8B-B14F-4D97-AF65-F5344CB8AC3E}">
        <p14:creationId xmlns:p14="http://schemas.microsoft.com/office/powerpoint/2010/main" val="825508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2º Parte HTML</a:t>
            </a:r>
            <a:endParaRPr lang="es-E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2425" y="2557463"/>
            <a:ext cx="7347150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61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Hoja de estilo</a:t>
            </a:r>
            <a:endParaRPr lang="es-E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67024" y="3311399"/>
            <a:ext cx="3057952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881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Archivo </a:t>
            </a:r>
            <a:r>
              <a:rPr lang="es-ES" dirty="0" err="1" smtClean="0"/>
              <a:t>readmi</a:t>
            </a:r>
            <a:endParaRPr lang="es-E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9654" y="3492399"/>
            <a:ext cx="4772691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118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Resultado final</a:t>
            </a:r>
            <a:endParaRPr lang="es-E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400" y="2651592"/>
            <a:ext cx="9601200" cy="312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44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conclusión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Lo que mas me costó fue el CSS, pero en general no me quedó como me gustaría por falta </a:t>
            </a:r>
            <a:r>
              <a:rPr lang="es-ES" smtClean="0"/>
              <a:t>de tiempo.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155186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159</TotalTime>
  <Words>45</Words>
  <Application>Microsoft Office PowerPoint</Application>
  <PresentationFormat>Panorámica</PresentationFormat>
  <Paragraphs>9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Garamond</vt:lpstr>
      <vt:lpstr>Orgánico</vt:lpstr>
      <vt:lpstr>Os presento mi país imaginario</vt:lpstr>
      <vt:lpstr>1º parte HTML</vt:lpstr>
      <vt:lpstr>2º Parte HTML</vt:lpstr>
      <vt:lpstr>Hoja de estilo</vt:lpstr>
      <vt:lpstr>Archivo readmi</vt:lpstr>
      <vt:lpstr>Resultado final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 presento mi país imaginario</dc:title>
  <dc:creator>sergio rial</dc:creator>
  <cp:lastModifiedBy>sergio rial</cp:lastModifiedBy>
  <cp:revision>10</cp:revision>
  <dcterms:created xsi:type="dcterms:W3CDTF">2025-11-17T09:09:46Z</dcterms:created>
  <dcterms:modified xsi:type="dcterms:W3CDTF">2025-11-17T11:48:50Z</dcterms:modified>
</cp:coreProperties>
</file>